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B5BB"/>
    <a:srgbClr val="ED9D66"/>
    <a:srgbClr val="FFD57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2"/>
    <p:restoredTop sz="94698"/>
  </p:normalViewPr>
  <p:slideViewPr>
    <p:cSldViewPr snapToGrid="0">
      <p:cViewPr>
        <p:scale>
          <a:sx n="118" d="100"/>
          <a:sy n="118" d="100"/>
        </p:scale>
        <p:origin x="968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783D9-31E6-A049-B7B3-7E53135EA5EB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C2CDE-7D6F-9B4A-A0F0-A8669C481AA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516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5B4D8-6945-6C2D-81B3-CA2B61AF5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A537C9-33B5-4FCF-545F-EF9FDA7E7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7E1B3-ED79-F27D-0D7E-1488FD01D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60CE8-B1DB-7AAA-7752-2E979CA91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C2CDE-7D6F-9B4A-A0F0-A8669C481AA4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57671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F1CB-A472-2347-5098-5E064B94E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56C27-ABE9-262C-DF75-73E3DA8F8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24719-A7CD-A5EA-B836-21343E8D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F15E-68EA-9CE0-1507-F1A6337B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A6FBF-67DA-48B9-0394-B3950EE4B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3827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8837-D7FD-4B68-512B-FED617EA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04623-DACE-EDF5-08C8-5509D21B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518D8-B007-2806-52DD-7523575F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0579F-7A04-C48C-2638-397C37F4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8DF88-6981-B8F3-1B79-CF2C5A9F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03493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8D6C-C934-B4CA-E401-73C028837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49BB7-17FD-6AE7-D965-82DFCF0FB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10C5B-2D67-379A-4674-2F79C1DB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25E3D-2AB1-18BE-05A6-26DF031CD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5909-3C96-6817-5217-C3F0B2D9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80880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5996-FE84-B18E-CEA9-A29115A9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6EFF-ECCE-5320-B36A-DCA24021D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0E5A7-1877-E0A8-4B48-37568D27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63393-970C-D8E6-19A6-31692ABF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1AE5C-9E33-C365-8B96-991BF66C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F969B-1AEF-6F98-5B5E-27D2034F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43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4581-A786-F5F8-2C65-F02A1CF3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7D957-7768-69DC-A8AA-55B25A187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DEFAF1-0E7D-2FF2-745A-90A52183A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E1416-4FEB-B930-1418-50FE14E99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7473AA-3E73-0BA5-9482-494F58AED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624E28-BF38-7C62-0F4E-E83C5015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D8E37-BA44-5B71-2C42-0EE325115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6E24C-7C22-ED80-66CD-55A3FF14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9017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BB4D-6629-2516-4EB1-9B5F93A1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92629-B154-7194-BB11-5E5B89EF6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F3681-9352-606D-85FD-BB8E55B6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469E0-C441-7E0D-4EA9-79C9007D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8285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972EF7-7DD6-735F-7941-E5E08354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9FB64-27A6-90A8-AF36-3B7CF4099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7F5D8-DA35-FF04-1DF9-C48F61B6D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09259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2143-5447-77A0-2D69-0EBED6B5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50393-E4F5-0908-E142-1C827D536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DD170-D5FD-B723-3702-0F1C9C0D1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3A8F2-70A3-5FC9-3F0D-20C77DC0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485EF-CF7F-7890-7AA0-5B481580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6A6C1-505D-29B9-988C-B4C23EED1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81499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2C56-CB8E-D923-EC58-BBCD5E80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A291C8-5D35-1048-471B-A392B3D4FEA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C4E76-ED29-3460-8BD6-A6EF93AFE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C274C-7722-7CB2-DD0D-71559C6D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5AD94-C11C-02A0-2A56-6001F8C3C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BB704-F0A6-81DF-2696-BB9F15B0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0688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2EF60-F226-51B5-6D6C-3E7E43F4E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C6C7D6-120B-3306-3AC5-1ABD415C5E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5FB4E-45CB-118B-DBFC-CEDD99E3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103E3-AA75-9F76-AA55-CAC07BD9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2EAC7-9CDD-9CAF-AF1A-8F1801A8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2239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961A8-3247-3DD5-DB40-62954758B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9CBF8-5EB5-9A7A-3528-E5D6E07C1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96E16-3195-DEDA-BF16-47A35BBA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F5D39-9B4B-F0C1-D197-DEE26EE64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8A739-0CD7-7952-5A37-0BDFA3678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5949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40A42F-C2D0-B789-50B8-DEEC9B58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F0A46-0E56-4679-0A6D-5AA67BDE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48108-F91E-A35A-7D8B-9CA78D0E6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A1B5A5-728E-8648-B8D5-D46A780BF1E7}" type="datetimeFigureOut">
              <a:rPr lang="en-BE" smtClean="0"/>
              <a:t>27/09/2026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CDCBF-2FD0-C74E-0138-3F5F2131F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60ACA-5AFB-66DA-5139-A4AE48AC4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40C35-3DD3-4343-877E-49B2640FA6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2186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B77CD-E724-9E8F-1924-3FDA1620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464057BD-3DB8-01B5-1145-235A1822E10F}"/>
              </a:ext>
            </a:extLst>
          </p:cNvPr>
          <p:cNvSpPr/>
          <p:nvPr/>
        </p:nvSpPr>
        <p:spPr>
          <a:xfrm>
            <a:off x="6694789" y="3926289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533D0FA-387D-CA8D-8657-93757BB78D82}"/>
              </a:ext>
            </a:extLst>
          </p:cNvPr>
          <p:cNvSpPr/>
          <p:nvPr/>
        </p:nvSpPr>
        <p:spPr>
          <a:xfrm>
            <a:off x="3744224" y="3926289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764C05B8-C9DA-DDEA-CF6E-173E073B2FD6}"/>
              </a:ext>
            </a:extLst>
          </p:cNvPr>
          <p:cNvSpPr/>
          <p:nvPr/>
        </p:nvSpPr>
        <p:spPr>
          <a:xfrm>
            <a:off x="9672445" y="3928447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C1FCD8F0-8274-509F-A1E9-8E7F41EF1D6B}"/>
              </a:ext>
            </a:extLst>
          </p:cNvPr>
          <p:cNvSpPr/>
          <p:nvPr/>
        </p:nvSpPr>
        <p:spPr>
          <a:xfrm>
            <a:off x="5205958" y="3928447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583E8472-B51C-3FFF-B676-330EF3740991}"/>
              </a:ext>
            </a:extLst>
          </p:cNvPr>
          <p:cNvSpPr/>
          <p:nvPr/>
        </p:nvSpPr>
        <p:spPr>
          <a:xfrm>
            <a:off x="2228290" y="3928447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1A761A31-C181-E506-ACBF-23C13581C007}"/>
              </a:ext>
            </a:extLst>
          </p:cNvPr>
          <p:cNvSpPr/>
          <p:nvPr/>
        </p:nvSpPr>
        <p:spPr>
          <a:xfrm>
            <a:off x="8185590" y="3928447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627972-FB84-3854-EC05-1B83EF5C46FA}"/>
              </a:ext>
            </a:extLst>
          </p:cNvPr>
          <p:cNvSpPr/>
          <p:nvPr/>
        </p:nvSpPr>
        <p:spPr>
          <a:xfrm>
            <a:off x="9672452" y="127926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B777B71-136E-872E-67F7-B9129DDE9C65}"/>
              </a:ext>
            </a:extLst>
          </p:cNvPr>
          <p:cNvSpPr/>
          <p:nvPr/>
        </p:nvSpPr>
        <p:spPr>
          <a:xfrm>
            <a:off x="3717128" y="127926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4478CF0-310C-0535-92E2-97D884F1928F}"/>
              </a:ext>
            </a:extLst>
          </p:cNvPr>
          <p:cNvSpPr/>
          <p:nvPr/>
        </p:nvSpPr>
        <p:spPr>
          <a:xfrm>
            <a:off x="2228297" y="127926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AC2771E-4E41-8A86-B7C2-BECBB7CD2B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42" t="18085" r="15340" b="28565"/>
          <a:stretch>
            <a:fillRect/>
          </a:stretch>
        </p:blipFill>
        <p:spPr>
          <a:xfrm>
            <a:off x="5205958" y="3989776"/>
            <a:ext cx="1080656" cy="83170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13CF3A2-81E8-6FDD-F04A-D1E5C8531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1544" y="3989773"/>
            <a:ext cx="953699" cy="95369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A14AAFA-96C1-FE84-3C99-2D9D98619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150" y="4009426"/>
            <a:ext cx="908950" cy="978030"/>
          </a:xfrm>
          <a:prstGeom prst="rect">
            <a:avLst/>
          </a:prstGeom>
        </p:spPr>
      </p:pic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45E3A46-E0D3-7C57-B297-D43F87A516E3}"/>
              </a:ext>
            </a:extLst>
          </p:cNvPr>
          <p:cNvSpPr/>
          <p:nvPr/>
        </p:nvSpPr>
        <p:spPr>
          <a:xfrm>
            <a:off x="9672450" y="5255892"/>
            <a:ext cx="1080655" cy="1080655"/>
          </a:xfrm>
          <a:prstGeom prst="roundRect">
            <a:avLst/>
          </a:prstGeom>
          <a:gradFill>
            <a:gsLst>
              <a:gs pos="100000">
                <a:schemeClr val="accent4">
                  <a:lumMod val="40000"/>
                  <a:lumOff val="60000"/>
                  <a:alpha val="49661"/>
                </a:schemeClr>
              </a:gs>
              <a:gs pos="58000">
                <a:schemeClr val="accent1">
                  <a:lumMod val="45000"/>
                  <a:lumOff val="55000"/>
                  <a:alpha val="50077"/>
                </a:schemeClr>
              </a:gs>
              <a:gs pos="0">
                <a:schemeClr val="accent5">
                  <a:alpha val="49742"/>
                </a:schemeClr>
              </a:gs>
            </a:gsLst>
            <a:lin ang="5400000" scaled="1"/>
          </a:gradFill>
          <a:ln w="38100">
            <a:gradFill>
              <a:gsLst>
                <a:gs pos="100000">
                  <a:schemeClr val="accent4">
                    <a:lumMod val="40000"/>
                    <a:lumOff val="60000"/>
                  </a:schemeClr>
                </a:gs>
                <a:gs pos="62000">
                  <a:schemeClr val="accent1">
                    <a:lumMod val="45000"/>
                    <a:lumOff val="55000"/>
                  </a:schemeClr>
                </a:gs>
                <a:gs pos="0">
                  <a:schemeClr val="accent5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4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756ADA-6A78-18EB-4DEF-D12EF1F7E3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502" t="10326" r="12561" b="13762"/>
          <a:stretch>
            <a:fillRect/>
          </a:stretch>
        </p:blipFill>
        <p:spPr>
          <a:xfrm>
            <a:off x="2314150" y="181657"/>
            <a:ext cx="882972" cy="9449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6EC556D-605E-DDA4-9E24-00F4E8F8C4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730" t="13738" r="7728" b="17966"/>
          <a:stretch>
            <a:fillRect/>
          </a:stretch>
        </p:blipFill>
        <p:spPr>
          <a:xfrm>
            <a:off x="3744224" y="239500"/>
            <a:ext cx="1026462" cy="829227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F634AC8-E27A-CC32-B4BA-054153AE5936}"/>
              </a:ext>
            </a:extLst>
          </p:cNvPr>
          <p:cNvSpPr/>
          <p:nvPr/>
        </p:nvSpPr>
        <p:spPr>
          <a:xfrm>
            <a:off x="5205959" y="127926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8250BA8-2DC0-0235-8816-1F9B840C8A0A}"/>
              </a:ext>
            </a:extLst>
          </p:cNvPr>
          <p:cNvSpPr/>
          <p:nvPr/>
        </p:nvSpPr>
        <p:spPr>
          <a:xfrm>
            <a:off x="8185597" y="127926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E8E32D3-0CE2-BDE5-AA09-12FC143F1F83}"/>
              </a:ext>
            </a:extLst>
          </p:cNvPr>
          <p:cNvSpPr/>
          <p:nvPr/>
        </p:nvSpPr>
        <p:spPr>
          <a:xfrm>
            <a:off x="6698742" y="127926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70ACD69-62E8-C858-911B-89C6C7E8B78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594" t="17399" r="4990" b="17430"/>
          <a:stretch>
            <a:fillRect/>
          </a:stretch>
        </p:blipFill>
        <p:spPr>
          <a:xfrm>
            <a:off x="5240690" y="313958"/>
            <a:ext cx="1011190" cy="7288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4AE6519-786A-E332-03D0-17C0418F4E6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994" t="15852" r="13093" b="25733"/>
          <a:stretch>
            <a:fillRect/>
          </a:stretch>
        </p:blipFill>
        <p:spPr>
          <a:xfrm>
            <a:off x="6726066" y="282070"/>
            <a:ext cx="914400" cy="668413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27C525E-B434-75A5-F409-41BE924A9D4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727" t="16072" r="21688" b="13501"/>
          <a:stretch>
            <a:fillRect/>
          </a:stretch>
        </p:blipFill>
        <p:spPr>
          <a:xfrm>
            <a:off x="8510376" y="392092"/>
            <a:ext cx="460395" cy="58333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70A5DBC-C4EB-C51E-A6A1-A324725405B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1161" t="4999" r="12018" b="3433"/>
          <a:stretch>
            <a:fillRect/>
          </a:stretch>
        </p:blipFill>
        <p:spPr>
          <a:xfrm>
            <a:off x="9781793" y="154539"/>
            <a:ext cx="861966" cy="1027428"/>
          </a:xfrm>
          <a:prstGeom prst="rect">
            <a:avLst/>
          </a:prstGeom>
        </p:spPr>
      </p:pic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9B1F80A-EF76-CD97-9427-88323461B348}"/>
              </a:ext>
            </a:extLst>
          </p:cNvPr>
          <p:cNvSpPr/>
          <p:nvPr/>
        </p:nvSpPr>
        <p:spPr>
          <a:xfrm>
            <a:off x="9672452" y="1394045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C3AE0F2-18FA-3409-7A15-F1215E771173}"/>
              </a:ext>
            </a:extLst>
          </p:cNvPr>
          <p:cNvSpPr/>
          <p:nvPr/>
        </p:nvSpPr>
        <p:spPr>
          <a:xfrm>
            <a:off x="3717128" y="1394045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DCA0786-BAE6-A0A0-D307-C7F077A23497}"/>
              </a:ext>
            </a:extLst>
          </p:cNvPr>
          <p:cNvSpPr/>
          <p:nvPr/>
        </p:nvSpPr>
        <p:spPr>
          <a:xfrm>
            <a:off x="2228297" y="1394045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E482484-609B-4552-190F-DF2F78E802A6}"/>
              </a:ext>
            </a:extLst>
          </p:cNvPr>
          <p:cNvSpPr/>
          <p:nvPr/>
        </p:nvSpPr>
        <p:spPr>
          <a:xfrm>
            <a:off x="5205959" y="1394045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BD684B5-43DF-614E-4300-82CBC87B3C25}"/>
              </a:ext>
            </a:extLst>
          </p:cNvPr>
          <p:cNvSpPr/>
          <p:nvPr/>
        </p:nvSpPr>
        <p:spPr>
          <a:xfrm>
            <a:off x="8185597" y="1394045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C0B64D3-7664-7EAB-0B04-8E3B65AF5F0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444" t="20442" r="7809" b="19164"/>
          <a:stretch>
            <a:fillRect/>
          </a:stretch>
        </p:blipFill>
        <p:spPr>
          <a:xfrm>
            <a:off x="9672449" y="1581067"/>
            <a:ext cx="1080651" cy="770109"/>
          </a:xfrm>
          <a:prstGeom prst="rect">
            <a:avLst/>
          </a:prstGeom>
        </p:spPr>
      </p:pic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DED620C-F1D7-7382-8E70-4353A0DCA2CE}"/>
              </a:ext>
            </a:extLst>
          </p:cNvPr>
          <p:cNvSpPr/>
          <p:nvPr/>
        </p:nvSpPr>
        <p:spPr>
          <a:xfrm>
            <a:off x="9672445" y="2641052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6A8A2525-DADF-74EF-9E74-C74F2B3CAB53}"/>
              </a:ext>
            </a:extLst>
          </p:cNvPr>
          <p:cNvSpPr/>
          <p:nvPr/>
        </p:nvSpPr>
        <p:spPr>
          <a:xfrm>
            <a:off x="5205958" y="2641052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84F1157F-374C-FE20-0A9A-8CE4076072C4}"/>
              </a:ext>
            </a:extLst>
          </p:cNvPr>
          <p:cNvSpPr/>
          <p:nvPr/>
        </p:nvSpPr>
        <p:spPr>
          <a:xfrm>
            <a:off x="2228290" y="2641052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CD1F7B0B-E5DE-F867-6F59-2FA93F9A3DEC}"/>
              </a:ext>
            </a:extLst>
          </p:cNvPr>
          <p:cNvSpPr/>
          <p:nvPr/>
        </p:nvSpPr>
        <p:spPr>
          <a:xfrm>
            <a:off x="6694789" y="2641052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2A9A44F2-6B2E-95F7-F1C4-6C96299B8F9C}"/>
              </a:ext>
            </a:extLst>
          </p:cNvPr>
          <p:cNvSpPr/>
          <p:nvPr/>
        </p:nvSpPr>
        <p:spPr>
          <a:xfrm>
            <a:off x="8185590" y="2641052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F2A94FC6-C997-AADF-7672-B73F55EA864F}"/>
              </a:ext>
            </a:extLst>
          </p:cNvPr>
          <p:cNvSpPr/>
          <p:nvPr/>
        </p:nvSpPr>
        <p:spPr>
          <a:xfrm>
            <a:off x="3715145" y="2660170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C4A520B6-D27B-E621-29C7-9C1EF20F444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8820" t="13701" r="10473" b="16743"/>
          <a:stretch>
            <a:fillRect/>
          </a:stretch>
        </p:blipFill>
        <p:spPr>
          <a:xfrm>
            <a:off x="8210691" y="1468639"/>
            <a:ext cx="1031279" cy="88880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EF13FA64-CDE5-EF7C-0CC7-E92C60310A0C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8396" t="7414" r="2788" b="11459"/>
          <a:stretch>
            <a:fillRect/>
          </a:stretch>
        </p:blipFill>
        <p:spPr>
          <a:xfrm>
            <a:off x="5270614" y="1476649"/>
            <a:ext cx="981265" cy="8963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5F5727CD-6B15-5E26-627C-AF3F3C3F5BF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28290" t="3296" r="26248" b="5285"/>
          <a:stretch>
            <a:fillRect/>
          </a:stretch>
        </p:blipFill>
        <p:spPr>
          <a:xfrm>
            <a:off x="4012320" y="1451568"/>
            <a:ext cx="477225" cy="95966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3AD565D-B729-EA29-B0FB-14954CEE74BF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7054" t="6322" r="18054" b="11382"/>
          <a:stretch>
            <a:fillRect/>
          </a:stretch>
        </p:blipFill>
        <p:spPr>
          <a:xfrm>
            <a:off x="2409050" y="1424977"/>
            <a:ext cx="777681" cy="986254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30BA69C-C74E-817D-BF03-204A816E25C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8100" t="6368" b="14051"/>
          <a:stretch>
            <a:fillRect/>
          </a:stretch>
        </p:blipFill>
        <p:spPr>
          <a:xfrm>
            <a:off x="9781793" y="2788175"/>
            <a:ext cx="908157" cy="78640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1B08E43-DDC9-252C-EAA7-F16260D55339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4274" t="7229" r="5187" b="8042"/>
          <a:stretch>
            <a:fillRect/>
          </a:stretch>
        </p:blipFill>
        <p:spPr>
          <a:xfrm>
            <a:off x="8261805" y="2788175"/>
            <a:ext cx="924286" cy="864973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2233752-68FC-220D-2B79-004ADF7DA293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22362" t="5285" r="22439" b="6417"/>
          <a:stretch>
            <a:fillRect/>
          </a:stretch>
        </p:blipFill>
        <p:spPr>
          <a:xfrm>
            <a:off x="6932880" y="2717031"/>
            <a:ext cx="604471" cy="966932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1062FC7-02AA-F2FD-BAB9-283B00574256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4599" t="3538" r="4599" b="6344"/>
          <a:stretch>
            <a:fillRect/>
          </a:stretch>
        </p:blipFill>
        <p:spPr>
          <a:xfrm>
            <a:off x="5255910" y="2703511"/>
            <a:ext cx="981265" cy="973854"/>
          </a:xfrm>
          <a:prstGeom prst="ellipse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7DDEF5CC-EBAD-1ECA-6860-146DAC578BAB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2970" r="13864"/>
          <a:stretch>
            <a:fillRect/>
          </a:stretch>
        </p:blipFill>
        <p:spPr>
          <a:xfrm>
            <a:off x="3880800" y="2709964"/>
            <a:ext cx="740263" cy="101174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D33E053-A376-6228-EB38-03CC175BDE2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12726" t="2931" r="12213" b="3472"/>
          <a:stretch>
            <a:fillRect/>
          </a:stretch>
        </p:blipFill>
        <p:spPr>
          <a:xfrm>
            <a:off x="2370979" y="2690623"/>
            <a:ext cx="791319" cy="986737"/>
          </a:xfrm>
          <a:prstGeom prst="rect">
            <a:avLst/>
          </a:prstGeom>
        </p:spPr>
      </p:pic>
      <p:pic>
        <p:nvPicPr>
          <p:cNvPr id="95" name="Graphic 94" descr="Water with solid fill">
            <a:extLst>
              <a:ext uri="{FF2B5EF4-FFF2-40B4-BE49-F238E27FC236}">
                <a16:creationId xmlns:a16="http://schemas.microsoft.com/office/drawing/2014/main" id="{E3363B6B-8A62-32BC-C05E-0AE6337AEE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723544" y="4009422"/>
            <a:ext cx="989697" cy="9144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DD1365E2-3C4E-3971-9837-C59F3A94811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98566" y="4063422"/>
            <a:ext cx="839651" cy="839651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CBB85606-7E26-0D5C-9DFC-868E5DB64920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22122" t="5285" r="22408" b="18704"/>
          <a:stretch>
            <a:fillRect/>
          </a:stretch>
        </p:blipFill>
        <p:spPr>
          <a:xfrm>
            <a:off x="8383773" y="3989773"/>
            <a:ext cx="681638" cy="934050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157E166-2442-D9E1-F61E-33A76D509087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15206" b="13857"/>
          <a:stretch>
            <a:fillRect/>
          </a:stretch>
        </p:blipFill>
        <p:spPr>
          <a:xfrm>
            <a:off x="6758582" y="4145205"/>
            <a:ext cx="953066" cy="676084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A7FDE4A5-0490-70C5-CB8E-BAB7AB6FDD24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 l="9918" t="6416" r="9786" b="6416"/>
          <a:stretch>
            <a:fillRect/>
          </a:stretch>
        </p:blipFill>
        <p:spPr>
          <a:xfrm>
            <a:off x="3852419" y="4009422"/>
            <a:ext cx="875875" cy="950826"/>
          </a:xfrm>
          <a:prstGeom prst="rect">
            <a:avLst/>
          </a:prstGeom>
        </p:spPr>
      </p:pic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50EBBA5D-CB45-BB57-89B0-82C94E3A6E23}"/>
              </a:ext>
            </a:extLst>
          </p:cNvPr>
          <p:cNvSpPr/>
          <p:nvPr/>
        </p:nvSpPr>
        <p:spPr>
          <a:xfrm>
            <a:off x="5203976" y="5276204"/>
            <a:ext cx="1080655" cy="1080655"/>
          </a:xfrm>
          <a:prstGeom prst="roundRect">
            <a:avLst/>
          </a:prstGeom>
          <a:gradFill>
            <a:gsLst>
              <a:gs pos="100000">
                <a:srgbClr val="ED9D66">
                  <a:alpha val="60000"/>
                </a:srgbClr>
              </a:gs>
              <a:gs pos="20000">
                <a:schemeClr val="accent2">
                  <a:lumMod val="75000"/>
                  <a:alpha val="60195"/>
                </a:schemeClr>
              </a:gs>
            </a:gsLst>
            <a:lin ang="5400000" scaled="1"/>
          </a:gradFill>
          <a:ln w="38100">
            <a:gradFill>
              <a:gsLst>
                <a:gs pos="0">
                  <a:schemeClr val="accent2">
                    <a:lumMod val="75000"/>
                  </a:schemeClr>
                </a:gs>
                <a:gs pos="100000">
                  <a:srgbClr val="ED9D66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b="1" baseline="30000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D329F36-778A-A703-0A78-F96A1FBF64DB}"/>
              </a:ext>
            </a:extLst>
          </p:cNvPr>
          <p:cNvSpPr/>
          <p:nvPr/>
        </p:nvSpPr>
        <p:spPr>
          <a:xfrm>
            <a:off x="3715145" y="5278362"/>
            <a:ext cx="1080655" cy="1080655"/>
          </a:xfrm>
          <a:prstGeom prst="roundRect">
            <a:avLst/>
          </a:prstGeom>
          <a:gradFill>
            <a:gsLst>
              <a:gs pos="0">
                <a:srgbClr val="75B5BB">
                  <a:alpha val="60169"/>
                </a:srgbClr>
              </a:gs>
              <a:gs pos="100000">
                <a:schemeClr val="bg2">
                  <a:lumMod val="75000"/>
                  <a:alpha val="60000"/>
                </a:schemeClr>
              </a:gs>
            </a:gsLst>
            <a:lin ang="5400000" scaled="1"/>
          </a:gradFill>
          <a:ln w="38100">
            <a:gradFill>
              <a:gsLst>
                <a:gs pos="0">
                  <a:srgbClr val="75B5BB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3100" b="1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99A9F7A7-D39A-30A0-B285-DDC1B12D2410}"/>
              </a:ext>
            </a:extLst>
          </p:cNvPr>
          <p:cNvSpPr/>
          <p:nvPr/>
        </p:nvSpPr>
        <p:spPr>
          <a:xfrm>
            <a:off x="2228290" y="5276204"/>
            <a:ext cx="1080655" cy="1080655"/>
          </a:xfrm>
          <a:prstGeom prst="roundRect">
            <a:avLst/>
          </a:prstGeom>
          <a:gradFill>
            <a:gsLst>
              <a:gs pos="0">
                <a:srgbClr val="FFC000">
                  <a:alpha val="59959"/>
                </a:srgbClr>
              </a:gs>
              <a:gs pos="100000">
                <a:srgbClr val="FFD579">
                  <a:alpha val="60000"/>
                </a:srgbClr>
              </a:gs>
            </a:gsLst>
            <a:lin ang="5400000" scaled="1"/>
          </a:gradFill>
          <a:ln w="38100">
            <a:gradFill>
              <a:gsLst>
                <a:gs pos="0">
                  <a:srgbClr val="FFC000"/>
                </a:gs>
                <a:gs pos="100000">
                  <a:srgbClr val="FFD579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1100" b="1" u="sng" dirty="0">
              <a:solidFill>
                <a:schemeClr val="tx1"/>
              </a:solidFill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FBFB2A31-AAAA-6877-BD86-F8739A2E9DE0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l="8395" t="17793" r="6547" b="21337"/>
          <a:stretch>
            <a:fillRect/>
          </a:stretch>
        </p:blipFill>
        <p:spPr>
          <a:xfrm>
            <a:off x="5271614" y="5476776"/>
            <a:ext cx="949521" cy="679509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E5FFF7B0-EEB0-28BD-4355-95A8D8240826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9877" t="3295" r="14552" b="3295"/>
          <a:stretch>
            <a:fillRect/>
          </a:stretch>
        </p:blipFill>
        <p:spPr>
          <a:xfrm>
            <a:off x="3865822" y="5349991"/>
            <a:ext cx="783266" cy="968144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9ADAB06E-A8BE-9125-B79A-3BD9D2BE8A81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2477" t="8058" r="4334" b="12108"/>
          <a:stretch>
            <a:fillRect/>
          </a:stretch>
        </p:blipFill>
        <p:spPr>
          <a:xfrm>
            <a:off x="2314149" y="5443402"/>
            <a:ext cx="920707" cy="788757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693A6954-61F4-DC59-F6AD-B18C34A4CB07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82601" y="5276205"/>
            <a:ext cx="1060342" cy="106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0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Silom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Amaury André</dc:creator>
  <cp:lastModifiedBy>Amaury André</cp:lastModifiedBy>
  <cp:revision>26</cp:revision>
  <dcterms:created xsi:type="dcterms:W3CDTF">2026-09-26T15:28:07Z</dcterms:created>
  <dcterms:modified xsi:type="dcterms:W3CDTF">2026-09-28T08:07:10Z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04ddc5-7ea6-41f4-8d3b-a387b6441ec3_Enabled">
    <vt:lpwstr>true</vt:lpwstr>
  </property>
  <property fmtid="{D5CDD505-2E9C-101B-9397-08002B2CF9AE}" pid="3" name="MSIP_Label_3f04ddc5-7ea6-41f4-8d3b-a387b6441ec3_SetDate">
    <vt:lpwstr>2026-09-26T19:28:13Z</vt:lpwstr>
  </property>
  <property fmtid="{D5CDD505-2E9C-101B-9397-08002B2CF9AE}" pid="4" name="MSIP_Label_3f04ddc5-7ea6-41f4-8d3b-a387b6441ec3_Method">
    <vt:lpwstr>Standard</vt:lpwstr>
  </property>
  <property fmtid="{D5CDD505-2E9C-101B-9397-08002B2CF9AE}" pid="5" name="MSIP_Label_3f04ddc5-7ea6-41f4-8d3b-a387b6441ec3_Name">
    <vt:lpwstr>INTERNAL</vt:lpwstr>
  </property>
  <property fmtid="{D5CDD505-2E9C-101B-9397-08002B2CF9AE}" pid="6" name="MSIP_Label_3f04ddc5-7ea6-41f4-8d3b-a387b6441ec3_SiteId">
    <vt:lpwstr>4e24b194-0314-477c-a082-d0530200845a</vt:lpwstr>
  </property>
  <property fmtid="{D5CDD505-2E9C-101B-9397-08002B2CF9AE}" pid="7" name="MSIP_Label_3f04ddc5-7ea6-41f4-8d3b-a387b6441ec3_ActionId">
    <vt:lpwstr>ee7cabca-37ec-4d39-9c08-8288bb7fb6d5</vt:lpwstr>
  </property>
  <property fmtid="{D5CDD505-2E9C-101B-9397-08002B2CF9AE}" pid="8" name="MSIP_Label_3f04ddc5-7ea6-41f4-8d3b-a387b6441ec3_ContentBits">
    <vt:lpwstr>0</vt:lpwstr>
  </property>
  <property fmtid="{D5CDD505-2E9C-101B-9397-08002B2CF9AE}" pid="9" name="MSIP_Label_3f04ddc5-7ea6-41f4-8d3b-a387b6441ec3_Tag">
    <vt:lpwstr>50, 3, 0, 1</vt:lpwstr>
  </property>
</Properties>
</file>